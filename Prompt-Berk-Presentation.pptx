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80560" y="0"/>
            <a:ext cx="274320" cy="685800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arabun"/>
              </a:rPr>
              <a:t>Prompt-Berk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  <a:latin typeface="Sarabun"/>
              </a:rPr>
              <a:t>ระบบบริหารจัดการ
งบประมาณและเบิกจ่าย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AFE"/>
                </a:solidFill>
                <a:latin typeface="Sarabun"/>
              </a:rPr>
              <a:t>สถาบันรับรองคุณภาพสถานพยาบาล (สรพ.)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097280"/>
            <a:ext cx="3017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latin typeface="Sarabun"/>
              </a:rPr>
              <a:t>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9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Sarabun"/>
              </a:rPr>
              <a:t>เบิกจ่าย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9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สร้างรายการเบิกได้ทันที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1097280"/>
            <a:ext cx="3017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13716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latin typeface="Sarabun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Sarabun"/>
              </a:rPr>
              <a:t>ติดตาม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8288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ดูประวัติและสถานะ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657600"/>
            <a:ext cx="3017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latin typeface="Sarabun"/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Sarabun"/>
              </a:rPr>
              <a:t>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4389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จัดการหมวดหมู่งบ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657600"/>
            <a:ext cx="30175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3931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>
                <a:latin typeface="Sarabun"/>
              </a:rPr>
              <a:t>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Sarabun"/>
              </a:rPr>
              <a:t>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3891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Deploy บนเซิร์ฟเวอร์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01  |  ที่มาของปัญหา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ก่อนจะมี Prompt-Berk...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arabun"/>
              </a:rPr>
              <a:t>การเบิกจ่ายงบประมาณใช้กระบวนการแบบเดิมที่ใช้เวลาและเกิดข้อผิดพลาดได้ง่าย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📄  กรอกแบบฟอร์มกระดาษหรือ Excel ด้วยมือ — ทำซ้ำทุกครั้ง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📧  ส่งเอกสารผ่านอีเมลหลายรอบ — ติดตามสถานะยาก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🔢  คำนวณยอดเงินเองทุกครั้ง — เสี่ยงต่อความผิดพลาด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🗂️  ข้อมูลกระจัดกระจายในหลายไฟล์ — หาย้อนหลังยาก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⏱️  ใช้เวลานานในการรวบรวมข้อมูลเพื่อรายงาน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291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Prompt-Berk ถูกสร้างขึ้นเพื่อแก้ปัญหาเหล่านี้ทั้งหมด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02  |  ภาพรวมระบบ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Prompt-Berk คืออะไร?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🌐  ระบบเว็บสำหรับบริหารจัดการงบประมาณและเบิกจ่ายของ สรพ.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🖥️  ใช้งานผ่านเบราว์เซอร์ทุกอุปกรณ์ — ไม่ต้องติดตั้งโปรแกรม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🗄️  ข้อมูลเก็บส่วนกลางบนเซิร์ฟเวอร์ — ทุกคนเห็นข้อมูลร่วมกัน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🏢  Deploy บนเซิร์ฟเวอร์ภายในองค์กร (Intranet) ด้วย Docker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1E293B"/>
                </a:solidFill>
                <a:latin typeface="Sarabun"/>
              </a:rPr>
              <a:t>⚡  คำนวณยอดเงินอัตโนมัติ ลดความผิดพลาด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645920"/>
            <a:ext cx="3474720" cy="457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BEAFE"/>
                </a:solidFill>
                <a:latin typeface="Sarabun"/>
              </a:rP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BEAFE"/>
                </a:solidFill>
                <a:latin typeface="Sarabun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arabun"/>
              </a:rPr>
              <a:t>HTML + 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546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BEAFE"/>
                </a:solidFill>
                <a:latin typeface="Sarabun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3154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arabun"/>
              </a:rPr>
              <a:t>Node.js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9319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BEAFE"/>
                </a:solidFill>
                <a:latin typeface="Sarabun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3931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arabun"/>
              </a:rPr>
              <a:t>SQLite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7091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BEAFE"/>
                </a:solidFill>
                <a:latin typeface="Sarabun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arabun"/>
              </a:rPr>
              <a:t>nginx (Docker)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03  |  ผู้ใช้งาน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ผู้ใช้งานระบบมีใครบ้าง?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66160" cy="43891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6616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arabun"/>
              </a:rPr>
              <a:t>👩‍💼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9280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เจ้าหน้าที่ผู้เบิก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สร้างรายการเบิกจ่าย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ติดตามสถานะรายการ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พิมพ์เอกสาร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3566160" cy="4389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28800"/>
            <a:ext cx="3566160" cy="50292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arabun"/>
              </a:rPr>
              <a:t>👨‍💻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89280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Admin / ผู้ประสานงาน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5146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จัดการหมวดหมู่งบประมาณ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ตั้งค่าสูตรคำนวณ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ดูข้อมูลรวม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566160" cy="43891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56616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828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arabun"/>
              </a:rPr>
              <a:t>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892807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ทีม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146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ติดตั้ง Docker บนเซิร์ฟเวอร์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ดูแลระบบและสำรองข้อมูล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• จัดการ Network/Firewall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04  |  ฟีเจอร์ที่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💸  สร้างรายการเบิกใหม่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arabun"/>
              </a:rPr>
              <a:t>ขออนุมัติเบิกงบประมาณ เลือกหมวดหมู่และกิจกรรม แล้วระบบคำนวณยอดให้อัตโนมัติ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เลือกหมวดหมู่งบประมาณ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เลือกจากรายการที่ Admin ตั้งไว้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281635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เลือกกิจกรรมและรายการ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108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ระบบโหลดสูตรคำนวณให้อัตโนมัติ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685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กรอกข้อมูลการเดินทาง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397763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ดึงข้อมูลจากโปรไฟล์ส่วนตัว (Autofill)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26279"/>
            <a:ext cx="5029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4553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คำนวณระยะทาง (Longdo Map)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48463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เลือกจุดเริ่มต้น-ปลายทางบนแผนที่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arabu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5422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บันทึกและส่งรายการ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ข้อมูลถูกเก็บบนเซิร์ฟเวอร์ส่วนกลาง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53035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187451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✨  จุดเด่น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24231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 • คำนวณค่าเดินทางอัตโนมัติ (กม. × อัตรา)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 • Autofill จากโปรไฟล์ส่วนตัว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 • ระบุตำแหน่งผ่านแผนที่ Longdo Map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1E293B"/>
                </a:solidFill>
                <a:latin typeface="Sarabun"/>
              </a:rPr>
              <a:t> • บันทึกทันที ไม่ต้องรอส่งอีเมล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05  |  ฟีเจอร์ที่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📋  ประวัติการเบิกจ่าย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arabun"/>
              </a:rPr>
              <a:t>ตรวจสอบสถานะรายการ อัปเดตข้อมูล และส่งออกเอกสาร PDF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120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Sarabun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194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ดูรายการเบิกทั้งหมด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974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แสดงรายการที่ทุกคนส่งบนเซิร์ฟเวอร์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011680"/>
            <a:ext cx="52120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Sarabun"/>
              </a:rPr>
              <a:t>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59" y="2194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แก้ไขรายการ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6974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อัปเดตข้อมูลได้หลังบันทึก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2120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Sarabun"/>
              </a:rPr>
              <a:t>🖨️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06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พิมพ์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091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สร้างเอกสารสรุปสำหรับใช้เบิกจ่ายจริง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4023360"/>
            <a:ext cx="52120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latin typeface="Sarabun"/>
              </a:rPr>
              <a:t>🗑️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59" y="42062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ลบรายการ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7091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จัดการรายการที่ไม่ต้องการ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06  |  ฟีเจอร์ที่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👤  โปรไฟล์ส่วนตัว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arabun"/>
              </a:rPr>
              <a:t>ตั้งค่าข้อมูลผู้เดินทางครั้งเดียว ระบบจะ Autofill ทุกครั้งที่สร้างรายการเบิก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ข้อมูลที่ตั้งค่าได้: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  <a:latin typeface="Sarabun"/>
              </a:rPr>
              <a:t>▸ ชื่อ-นามสกุล และตำแหน่ง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  <a:latin typeface="Sarabun"/>
              </a:rPr>
              <a:t>▸ สังกัดหน่วยงาน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  <a:latin typeface="Sarabun"/>
              </a:rPr>
              <a:t>▸ ที่อยู่ปัจจุบัน (สำหรับคำนวณระยะทาง)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1E293B"/>
                </a:solidFill>
                <a:latin typeface="Sarabun"/>
              </a:rPr>
              <a:t>▸ อัตราค่าเดินทางส่วนตัว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828800"/>
            <a:ext cx="3657600" cy="3200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36576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arabun"/>
              </a:rPr>
              <a:t>📌  หมายเหตุ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3291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Sarabun"/>
              </a:rPr>
              <a:t>ข้อมูลโปรไฟล์เก็บใน LocalStorage
ของเบราว์เซอร์บนเครื่องตัวเอง
(ไม่ได้อัปโหลดขึ้นเซิร์ฟเวอร์)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07  |  ฟีเจอร์ที่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⚙️  ตั้งค่าระบบ (Admin)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arabun"/>
              </a:rPr>
              <a:t>จัดการหมวดหมู่งบประมาณและสูตรคำนวณ — ข้อมูลนี้ใช้ร่วมกันทั้งระบบ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5486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arabun"/>
              </a:rPr>
              <a:t>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เพิ่มหมวดหมู่งบประมาณ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974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กำหนดชื่อหมวดและรายการย่อย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01168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5486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514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arabun"/>
              </a:rPr>
              <a:t>✏️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1945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แก้ไขสูตรคำนวณ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6974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ตั้งอัตราค่าใช้จ่ายต่อหน่วย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5486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26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arabun"/>
              </a:rPr>
              <a:t>🗑️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06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ลบหมวดหมู่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091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ลบรายการที่ไม่ต้องการออก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023360"/>
            <a:ext cx="53035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4023360"/>
            <a:ext cx="54864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5262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Sarabun"/>
              </a:rPr>
              <a:t>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2062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Sarabun"/>
              </a:rPr>
              <a:t>โหลดข้อมูลตัวอย่าง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0916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Sarabun"/>
              </a:rPr>
              <a:t>Demo data สำหรับทดสอบระบบ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08  |  การจัดเก็บข้อมูล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ข้อมูลถูกเก็บที่ไหน?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097280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ข้อมูล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920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เก็บที่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920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ใครเห็น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10972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หมวดหมู่งบประมาณ (Admin)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72491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Sarabun"/>
              </a:rPr>
              <a:t>SQLite บนเซิร์ฟเวอร์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7249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ทุกคนในระบบ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5935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รายการเบิกจ่าย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95935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Sarabun"/>
              </a:rPr>
              <a:t>SQLite บนเซิร์ฟเวอร์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9593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ทุกคนในระบบ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109728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193792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โปรไฟล์ส่วนตัว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5193792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Sarabun"/>
              </a:rPr>
              <a:t>LocalStorage (Browser)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19379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เฉพาะเครื่องตัวเอง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09  |  Architecture (IT)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Architecture ของระบบ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Sarabun"/>
              </a:rPr>
              <a:t>ระบบประกอบด้วย 2 container ใน Docker ทำงานร่วมกัน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2194560" cy="1828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2194560" cy="41148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arabun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20440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ผู้ใช้งาน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2336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เบราว์เซอร์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926080"/>
            <a:ext cx="2560320" cy="182880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926080"/>
            <a:ext cx="256032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9718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arabun"/>
              </a:rPr>
              <a:t>nginx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52044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02336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port 8080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926080"/>
            <a:ext cx="2560320" cy="1828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926080"/>
            <a:ext cx="256032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71800"/>
            <a:ext cx="2377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arabun"/>
              </a:rPr>
              <a:t>Node.js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520440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2336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port 3000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926080"/>
            <a:ext cx="2194560" cy="182880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2926080"/>
            <a:ext cx="21945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971800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arabun"/>
              </a:rPr>
              <a:t>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3520440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Sarabun"/>
              </a:rPr>
              <a:t>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4023360"/>
            <a:ext cx="20116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Sarabun"/>
              </a:rPr>
              <a:t>Docker Volume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904487"/>
            <a:ext cx="502920" cy="182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813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04487"/>
            <a:ext cx="502920" cy="182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59" y="3813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3904487"/>
            <a:ext cx="502920" cy="1828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3813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arabun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297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Sarabun"/>
              </a:rPr>
              <a:t>HTTP :8080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4297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Sarabun"/>
              </a:rPr>
              <a:t>Proxy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297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BEAFE"/>
                </a:solidFill>
                <a:latin typeface="Sarabun"/>
              </a:rPr>
              <a:t>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2606040"/>
            <a:ext cx="8961120" cy="2743200"/>
          </a:xfrm>
          <a:prstGeom prst="rect">
            <a:avLst/>
          </a:prstGeom>
          <a:noFill/>
          <a:ln w="19050">
            <a:solidFill>
              <a:srgbClr val="236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6324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BEAFE"/>
                </a:solidFill>
                <a:latin typeface="Sarabun"/>
              </a:rPr>
              <a:t>🐳  Docker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10  |  การติดตั้ง (IT)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arabun"/>
              </a:rPr>
              <a:t>วิธีติดตั้งบนเซิร์ฟเวอร์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BEAFE"/>
                </a:solidFill>
                <a:latin typeface="Sarabun"/>
              </a:rPr>
              <a:t>ต้องการแค่ Docker + Docker Compose — ใช้ได้ทันทีใน 3 ขั้นตอน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9436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arabu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39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Clone หรือ copy โค้ดลงเซิร์ฟเวอร์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468880"/>
            <a:ext cx="1005840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51460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ourier New"/>
              </a:rPr>
              <a:t>git clone / copy ไฟล์โปรเจกต์ทั้งหมดไปยังเซิร์ฟเวอร์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59436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56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รัน 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25880" y="3886200"/>
            <a:ext cx="1005840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ourier New"/>
              </a:rPr>
              <a:t>docker compose up -d --build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594360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arabu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73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arabun"/>
              </a:rPr>
              <a:t>เปิดเบราว์เซอร์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25880" y="5303520"/>
            <a:ext cx="1005840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53492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59669"/>
                </a:solidFill>
                <a:latin typeface="Courier New"/>
              </a:rPr>
              <a:t>http://&lt;IP-เซิร์ฟเวอร์&gt;:8080/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920240"/>
            <a:ext cx="4937760" cy="4114800"/>
          </a:xfrm>
          <a:prstGeom prst="rect">
            <a:avLst/>
          </a:prstGeom>
          <a:solidFill>
            <a:srgbClr val="14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Sarabun"/>
              </a:rPr>
              <a:t>💡  ข้อมูลไม่หายเมื่อ Rebuild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606040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BEAFE"/>
                </a:solidFill>
                <a:latin typeface="Sarabun"/>
              </a:rPr>
              <a:t>ฐานข้อมูล SQLite เก็บใน
Docker Volume ชื่อ db_data
แม้จะรัน rebuild ข้อมูลทั้งหมด
ยังคงอยู่ครบถ้วน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663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arabun"/>
              </a:rPr>
              <a:t>สำรองข้อมูล: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5029200"/>
            <a:ext cx="4480560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50749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59669"/>
                </a:solidFill>
                <a:latin typeface="Courier New"/>
              </a:rPr>
              <a:t>docker compose cp backend:/app/data/\n  prompt-berk.db ./backup.db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11  |  การเข้าถึงระบบ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วิธีเข้าใช้งานระบบ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Sarabun"/>
              </a:rPr>
              <a:t>ผู้ใช้ทุกคนเข้าผ่านเบราว์เซอร์ — ไม่ต้องติดตั้งอะไรเพิ่ม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474720" cy="4114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474720" cy="45720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arabun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URL เข้าใช้งาน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651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http://&lt;IP-เซิร์ฟเวอร์&gt;:8080/
แชร์ลิงก์นี้ให้ผู้ใช้ทุกคนในองค์กร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011680"/>
            <a:ext cx="3474720" cy="4114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4747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arabun"/>
              </a:rPr>
              <a:t>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เงื่อนไขการเข้าถึง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651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ต้องอยู่ในเครือข่าย Intranet
หรือเชื่อมต่อ VPN ขององค์กร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474720" cy="41148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011680"/>
            <a:ext cx="34747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057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arabun"/>
              </a:rPr>
              <a:t>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ข้อมูลร่วมกัน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6517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Sarabun"/>
              </a:rPr>
              <a:t>ทุกคนเห็นรายการเบิกและ
หมวดหมู่งบประมาณร่วมกัน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12  |  ข้อจำกัดและแผนพัฒนา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Sarabun"/>
              </a:rPr>
              <a:t>ข้อจำกัดและแผนถัดไป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9280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⚠️  ข้อจำกัดปัจจุบัน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ไม่มีระบบ Login — ใครรู้ URL เข้าได้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Longdo API Key ฝังในโค้ด
(ควรหารือ IT หาก URL เปิดกว้าง)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ไม่มีการแบ่งสิทธิ์ผู้ใช้
(Admin = ใครก็ได้)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รองรับการ deploy ที่ root path
(ไม่รองรับ subpath เช่น /app/)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39496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39496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9280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arabun"/>
              </a:rPr>
              <a:t>🚀  แผนพัฒนาถัดไป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231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ระบบ Login และสิทธิ์ผู้ใช้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Dashboard สรุปงบประมาณรายเดือน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Export Excel นอกเหนือจาก PDF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ระบบแจ้งเตือนสถานะผ่าน Email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Sarabun"/>
              </a:rPr>
              <a:t>▸ รองรับ HTTPS / SSL Certificate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36E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Sarabun"/>
              </a:rPr>
              <a:t>สรุป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Sarabun"/>
              </a:rPr>
              <a:t> ✅  Prompt-Berk ช่วยลดขั้นตอนการเบิกจ่ายจากกระดาษมาสู่ระบบดิจิทัล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Sarabun"/>
              </a:rPr>
              <a:t> ✅  ข้อมูลเก็บส่วนกลาง ทุกคนเห็นร่วมกัน Real-time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Sarabun"/>
              </a:rPr>
              <a:t> ✅  Deploy ด้วย Docker — พร้อมใช้งานบน Intranet ทันที</a:t>
            </a:r>
          </a:p>
          <a:p>
            <a:pPr algn="l"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  <a:latin typeface="Sarabun"/>
              </a:rPr>
              <a:t> ✅  ไม่ต้องติดตั้งโปรแกรม — ใช้ผ่านเบราว์เซอร์ได้เลย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arabun"/>
              </a:rPr>
              <a:t>❓  Questions &amp;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BEAFE"/>
                </a:solidFill>
                <a:latin typeface="Sarabun"/>
              </a:rPr>
              <a:t>สถาบันรับรองคุณภาพสถานพยาบาล (สรพ.)  |  Prompt-Berk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